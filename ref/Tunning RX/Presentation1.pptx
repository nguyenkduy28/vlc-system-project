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9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2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5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2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2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8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0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3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2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3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48278-48C2-4E68-962E-995927AF566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11B78-8D1A-4CE4-973D-2E40CF3F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94" y="283210"/>
            <a:ext cx="4661958" cy="27971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372" y="271144"/>
            <a:ext cx="4682068" cy="28092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372" y="3339407"/>
            <a:ext cx="4927600" cy="2956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6473" y="120146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7672" y="2563413"/>
            <a:ext cx="1520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Rf</a:t>
            </a:r>
            <a:r>
              <a:rPr lang="en-US" dirty="0" smtClean="0">
                <a:solidFill>
                  <a:schemeClr val="bg1"/>
                </a:solidFill>
              </a:rPr>
              <a:t> = 100KOhm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4691" y="5763751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Rf</a:t>
            </a:r>
            <a:r>
              <a:rPr lang="en-US" dirty="0" smtClean="0">
                <a:solidFill>
                  <a:schemeClr val="bg1"/>
                </a:solidFill>
              </a:rPr>
              <a:t> = 36KOhm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386" y="3497348"/>
            <a:ext cx="5383948" cy="2798619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3251200" y="3497348"/>
            <a:ext cx="2087418" cy="5758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30976" y="2764904"/>
            <a:ext cx="1520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Rf</a:t>
            </a:r>
            <a:r>
              <a:rPr lang="en-US" dirty="0" smtClean="0">
                <a:solidFill>
                  <a:schemeClr val="bg1"/>
                </a:solidFill>
              </a:rPr>
              <a:t> = 470KOhm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817" y="198776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8420" y="157079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5596" y="235706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18881" y="462765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77255" y="5579085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US" dirty="0" smtClean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558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nkduy2808@gmail.com</dc:creator>
  <cp:lastModifiedBy>nkduy2808@gmail.com</cp:lastModifiedBy>
  <cp:revision>2</cp:revision>
  <dcterms:created xsi:type="dcterms:W3CDTF">2026-05-12T03:37:22Z</dcterms:created>
  <dcterms:modified xsi:type="dcterms:W3CDTF">2026-05-12T03:41:38Z</dcterms:modified>
</cp:coreProperties>
</file>